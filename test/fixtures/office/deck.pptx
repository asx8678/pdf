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  <p:sldSz cx="9144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?><p:sld xmlns:p="http://schemas.openxmlformats.org/presentationml/2006/main"><p:cSld><p:spTree><p:nvGrpSpPr><p:cNvPr id="1" name=""/></p:nvGrpSpPr><p:grpSpPr/><p:sp><p:nvSpPr><p:cNvPr id="2" name="Title 1"/></p:nvSpPr><p:spPr/><p:txBody><a:bodyPr/><a:lstStyle/><a:p><a:r><a:rPr lang="en-US"/><a:t>Slide 1</a:t></a:r></a:p></p:txBody></p:sp></p:spTree></p:cSld></p:sld>
</file>